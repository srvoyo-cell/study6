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7" r:id="rId2"/>
    <p:sldId id="305" r:id="rId3"/>
    <p:sldId id="308" r:id="rId4"/>
    <p:sldId id="30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" initials="d" lastIdx="4" clrIdx="0">
    <p:extLst>
      <p:ext uri="{19B8F6BF-5375-455C-9EA6-DF929625EA0E}">
        <p15:presenceInfo xmlns:p15="http://schemas.microsoft.com/office/powerpoint/2012/main" userId="deni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1067" autoAdjust="0"/>
  </p:normalViewPr>
  <p:slideViewPr>
    <p:cSldViewPr snapToGrid="0">
      <p:cViewPr varScale="1">
        <p:scale>
          <a:sx n="71" d="100"/>
          <a:sy n="71" d="100"/>
        </p:scale>
        <p:origin x="72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D69FA-B6E1-4C04-9B9E-4B04BF1ACFEB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61C37-7491-49FC-AF03-1617C0170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08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DED64C-7D55-46D9-9B30-753F7B80C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ED7BEE-1591-46EC-A2C0-B3E4C0CBC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901D5E-9823-400F-851C-8097B263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48D51A-D459-4828-BC2A-46BC011B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74D37E-6022-4644-9496-EB68613B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06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B3638-6484-49E1-A6B4-D763C7C5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8DAB26-FD0A-45DE-8776-E998C153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48B4D0-5056-4A9B-A9F3-1EBBC516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708766-6C50-43B7-A5D1-66A0C740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F2A541-FF4D-49B0-9DE6-DFFB9A6C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44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FA370-1460-4110-B682-DE3542E2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C86A7B-B9F8-44F0-B6B4-2F9A076DF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6EDE4B-956A-45E0-9C8C-FDDB85E1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DEE3E-E23C-414D-9D74-BBF2D2ED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AD95D-7E84-4D0A-9BCA-56CDC51E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80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8F860-93CF-4604-B709-FCF95B51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D1AC92-4C5B-471E-9E25-2A6DC114F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DCA692-3253-4AF9-AE47-134E52A30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A5F86F-635C-4964-BD51-34290337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D49032-64DD-46A0-BAE3-46093336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6DE280-D0A1-4873-BDEE-2062DA26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73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7BF69-6B77-4C88-A6A1-76C3515B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6F6260-F48B-406D-9544-8E81BC3B2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B39D7-2CC2-4AEC-99AE-4E4DE9BDE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C69BE8-CA1C-41B9-9222-9930110A4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682C6EB-0FBB-4A2F-9717-151D1208C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F998F1D-F4D3-4DD7-BE3D-A3685E55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569960-6DF1-4D8B-938B-37A44E48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70C7907-F095-4976-A2B1-62896FD8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2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DCFA1-D37A-4571-B69E-CC588A62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FB7A26-CF79-4D2B-B94B-23E6E45B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2B9E35-6848-470E-B46E-8412E383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A39DFA-834F-4CE2-A409-7930AD33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2DBB04-3CE0-432F-8661-F0693287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3E1C80-9416-4708-8EE1-08411AFF9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1E53D2-77F2-4C64-87E5-80A44774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0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69E3A-0BF0-43CD-9171-1BE715AC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102653-6B01-491C-BAA1-16F7F105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6806A8-84E5-461F-84AB-18772BB78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4ABDCF-48B1-476C-8217-9B3503F6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C6ADEB-CC2E-400E-89C9-8E737D024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498A93-99D3-42D0-BA63-4F1A8C4F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1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D76E7-7275-4F50-9DE7-D48C4A85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D749E-5430-4F4C-99C8-56E16855B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9D4950-AEB0-4473-8900-86C8468EA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A972C5-CFF9-4F10-A7C5-0D26092C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C3B07C-85C0-4F55-AC3F-7E3A015A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09A27C-032D-4DDC-A8FE-EADFF73B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246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5789F-4826-42F7-A25C-D4EAF22E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F02524-4674-40B5-935B-C1191BB81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D9C3B4-2737-4BE8-8F1F-615CEB5D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FA69DF-6AA0-4DDF-837D-B37046C5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6A6CE5-50DB-4FFA-A1CC-125D7A89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6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9D8BAC-B05F-4BA3-8C7E-BC1ED6E3D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0C72AF-D3C2-402B-A5E3-F1BB655FA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C89A6A-7B9C-4394-B99D-76B9FACFE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EF310B-761A-4453-9F30-F9AF5B6F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5C8658-5B8A-4CE7-BBBF-943BCDDD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7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8E016-39DF-45F1-9253-39332520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014186-597F-4B69-B16A-F3B56CD4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D6E55D-2149-4A74-9195-E47B8773E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520EA-350A-472A-A5FC-125ACB41AE55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65B33A-5856-496F-AFC2-8270FC7EB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F24F38-6D06-40E3-9912-0FE52FF8C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15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2206382" y="54116"/>
            <a:ext cx="777924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Работа с элементами </a:t>
            </a:r>
            <a:r>
              <a:rPr lang="ru-RU" sz="40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управления</a:t>
            </a:r>
            <a:endParaRPr lang="ru-RU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1879AF-49D7-47A6-A140-FEEFCA8153C7}"/>
              </a:ext>
            </a:extLst>
          </p:cNvPr>
          <p:cNvSpPr/>
          <p:nvPr/>
        </p:nvSpPr>
        <p:spPr>
          <a:xfrm>
            <a:off x="506605" y="847226"/>
            <a:ext cx="1154853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1950"/>
            <a:r>
              <a:rPr lang="ru-RU" sz="21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. Добавим обработку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POST-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запроса в главный файл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index.php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на вывод данных из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БД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32F3D-1D23-4381-B2EC-BA8F0EF99D15}"/>
              </a:ext>
            </a:extLst>
          </p:cNvPr>
          <p:cNvSpPr txBox="1"/>
          <p:nvPr/>
        </p:nvSpPr>
        <p:spPr>
          <a:xfrm>
            <a:off x="321734" y="1485109"/>
            <a:ext cx="11548532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Добавляем </a:t>
            </a:r>
            <a:r>
              <a:rPr lang="en-US" sz="2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jquery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обновления данных без перезагрузки страницы --&gt;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/jquery-3.6.1.js"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ru-RU" sz="21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endParaRPr lang="ru-RU" sz="21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Добавляем еще форму на страницу--&gt;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Вывести список спортсменов"</a:t>
            </a:r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show_sportsmeny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21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Добавляем кнопку --&gt;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showbutton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-default"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ajaxShow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Показать данные из БД</a:t>
            </a:r>
            <a:r>
              <a:rPr lang="ru-RU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button&gt;</a:t>
            </a:r>
            <a:endParaRPr lang="ru-RU" sz="21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Куда выводить --&gt;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responsecontainer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"center"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60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4FD30E-E0C9-4901-8699-0C925F4BB6F3}"/>
              </a:ext>
            </a:extLst>
          </p:cNvPr>
          <p:cNvSpPr txBox="1"/>
          <p:nvPr/>
        </p:nvSpPr>
        <p:spPr>
          <a:xfrm>
            <a:off x="228600" y="573822"/>
            <a:ext cx="1085088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&lt;!-- Добавляем еще форму на страницу--&gt;</a:t>
            </a:r>
          </a:p>
          <a:p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ajaxShow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ajax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'post'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url: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showvalue.php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dataType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"html"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success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responsecontainer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});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Вывод сразу при загрузке страницы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onload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ajaxShow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7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EFC2FD-9134-4943-84F1-8BB35CB34589}"/>
              </a:ext>
            </a:extLst>
          </p:cNvPr>
          <p:cNvSpPr/>
          <p:nvPr/>
        </p:nvSpPr>
        <p:spPr>
          <a:xfrm>
            <a:off x="466663" y="237604"/>
            <a:ext cx="115485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1950"/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. Создадим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запрос на вывод данных из базы. Создадим для этого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php-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скрипт в отдельном файле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showvalue.php</a:t>
            </a:r>
            <a:endParaRPr lang="ru-RU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35BD4-B03A-4BFF-9947-35D6C17EDA50}"/>
              </a:ext>
            </a:extLst>
          </p:cNvPr>
          <p:cNvSpPr txBox="1"/>
          <p:nvPr/>
        </p:nvSpPr>
        <p:spPr>
          <a:xfrm>
            <a:off x="853440" y="1172200"/>
            <a:ext cx="10668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1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require_once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connection.php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подключаем скрипт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mysqli_connect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$host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$user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$password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$database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or </a:t>
            </a:r>
            <a:r>
              <a:rPr lang="en-US" sz="2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die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Ошибка "</a:t>
            </a:r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mysqli_error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$link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$query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Спортсмены"</a:t>
            </a:r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$link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$query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or </a:t>
            </a:r>
            <a:r>
              <a:rPr lang="en-US" sz="2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die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Ошибка "</a:t>
            </a:r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mysqli_error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$link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75063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E3DA99-F413-4BDD-9BBA-71DECFB3A036}"/>
              </a:ext>
            </a:extLst>
          </p:cNvPr>
          <p:cNvSpPr txBox="1"/>
          <p:nvPr/>
        </p:nvSpPr>
        <p:spPr>
          <a:xfrm>
            <a:off x="472440" y="324624"/>
            <a:ext cx="1120140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$result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$rows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mysqli_num_rows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$result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количество полученных строк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"&lt;table id = '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CalcTable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'&gt;&lt;tr&gt;&lt;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Код спортсмена&lt;/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ФИО&lt;/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Вид спорта&lt;/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&gt;&lt;/tr&gt;"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$rows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mysqli_fetch_row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$result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"&lt;tr&gt;"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$j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$j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2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$j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"&lt;td&gt;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$j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]&lt;/td&gt;"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"&lt;/tr&gt;"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"&lt;/table&gt;"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очищаем результат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mysqli_free_result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$result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mysqli_close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$link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7498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5155</TotalTime>
  <Words>67</Words>
  <Application>Microsoft Office PowerPoint</Application>
  <PresentationFormat>Широкоэкранный</PresentationFormat>
  <Paragraphs>55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denis</dc:creator>
  <cp:lastModifiedBy>НДГ</cp:lastModifiedBy>
  <cp:revision>491</cp:revision>
  <dcterms:created xsi:type="dcterms:W3CDTF">2017-10-24T23:13:50Z</dcterms:created>
  <dcterms:modified xsi:type="dcterms:W3CDTF">2023-11-13T13:25:18Z</dcterms:modified>
</cp:coreProperties>
</file>